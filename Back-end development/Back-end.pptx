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9D6F5-A9D4-C22B-732C-A31A172FB9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093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AFD6E-3459-290F-1147-F0C47ACEE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6774"/>
            <a:ext cx="9144000" cy="106689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74D3-6FB9-5549-B0F2-FD61E82D1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B5883-038C-4696-8E27-1811E470D6D4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39BBC-C979-2C77-493E-CF5498AEB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13B7E-A51C-D9CD-2189-650A9D63B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26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155F0-A6D4-C39B-394F-0B16E9C9C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860F-B260-57CE-E12B-2C9486031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45C9F-D94D-E5D3-B73A-20621FA53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F6069-8263-4296-913A-BC2234E8D32B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AB243-BB42-966A-4708-15C9B11D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3A3BD-2CC5-03D3-4CD6-E31A55BA2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53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8633-AC3B-E617-1C54-84932DDD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4236" y="1514688"/>
            <a:ext cx="8584164" cy="3138875"/>
          </a:xfrm>
        </p:spPr>
        <p:txBody>
          <a:bodyPr anchor="b">
            <a:normAutofit/>
          </a:bodyPr>
          <a:lstStyle>
            <a:lvl1pPr>
              <a:defRPr sz="36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8C242-ECAB-AEC3-7E9B-F9854AF31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74236" y="4963885"/>
            <a:ext cx="8584165" cy="1125765"/>
          </a:xfrm>
        </p:spPr>
        <p:txBody>
          <a:bodyPr>
            <a:normAutofit/>
          </a:bodyPr>
          <a:lstStyle>
            <a:lvl1pPr marL="0" indent="0">
              <a:buNone/>
              <a:defRPr sz="1600" cap="all" spc="30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D9B82-EEF4-2CD7-61FE-BAFB2B96D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F5005-EC25-4FB9-B19B-2437F0B120D2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222B6-F7A8-70A5-B023-FCAD5D7C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5D758-2E38-8A8D-75BC-667F6A23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95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60DFF-11BD-F5F4-35D4-1986ABBD3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D1279-E9A9-702E-144D-61114B788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7824" y="2159175"/>
            <a:ext cx="4977453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624-7A76-56EC-FA0D-E2AA8EF9B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391" y="2159175"/>
            <a:ext cx="4985785" cy="40177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D7DF5-30AD-AE47-D516-5CEE82770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83B5C-2325-42FF-AF91-C1451D9D66CC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5C503-B649-B083-6341-F6E376AF8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3EA35-CF5A-DB36-8B14-5C184B6F1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51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BA3D8-FDD9-329B-BCC6-BBF47F01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348" y="602671"/>
            <a:ext cx="10429303" cy="7689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EF7DC-0699-CB3C-A7CB-39035D89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1349" y="1696325"/>
            <a:ext cx="4963538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52EB40-99E1-CCA4-BAFA-F51AA56CF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1349" y="2344025"/>
            <a:ext cx="4963538" cy="3833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8979BC-6B50-751D-D569-F360938B05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2669" y="1696325"/>
            <a:ext cx="4987982" cy="647700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3A26F-230E-2D25-6BDC-6ECA00FAEF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2669" y="2344025"/>
            <a:ext cx="4987982" cy="383337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182A01-DE7C-3BA4-96FF-CDEF2F60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8DB08-3B01-46DD-99F2-F6F6334EA669}" type="datetime1">
              <a:rPr lang="en-US" smtClean="0"/>
              <a:t>8/28/2024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AA828-0166-8ECD-BCE8-654BEFDD7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90C0D2-459A-04AA-FD90-7687D2FE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2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D549F-FA71-857F-E02E-3CB63CE6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9611-F911-D3D4-B613-ACCDA56C4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2AC11-ACC3-4129-BBD7-C580BF1A4EE7}" type="datetime1">
              <a:rPr lang="en-US" smtClean="0"/>
              <a:t>8/28/2024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EA1961-0B6B-8FEB-F2CB-C42E90EF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A80E-3139-9F1B-9C3E-2A76628C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5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F54789-9F96-511A-0FB6-24F6A8418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80399-ADEF-8F74-9F59-6AD804C9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6A34F-ABAB-9C4E-38A1-C6EEB944B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20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3917-2BF6-1CE2-F34B-49F0D09A1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07868"/>
            <a:ext cx="3640713" cy="2062594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5B8F-A9F3-8583-FFF1-175021F17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898" y="807867"/>
            <a:ext cx="5922489" cy="505318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90AFF-A949-CE9E-6B94-C1B619612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0713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5267E-088F-FB9A-9469-551890F29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1DD93-7C9D-4E53-81F0-DDE57FEA7EDB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A3FFC-B3A6-C0B6-5DAE-70BE0D6FB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8D35F-BC2E-8D14-060F-449CBAF7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19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909ED-ED97-A3CE-5569-77B45F41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0881"/>
            <a:ext cx="3639312" cy="206259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83BB3A-9E24-DE4C-9619-1502F1B6F3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47408" y="919595"/>
            <a:ext cx="6107979" cy="501361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B4CE1F-29E0-88BB-8489-E58236B8B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000652"/>
            <a:ext cx="3643889" cy="2868336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B7212-6816-FFD1-50B2-58844AD3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7BC28-59DE-4F83-B4A1-497203279FAD}" type="datetime1">
              <a:rPr lang="en-US" smtClean="0"/>
              <a:t>8/28/2024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17744-5A24-B7B7-5FD6-E98E6083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DA4D1-A71D-A7A6-3D0C-294E5D28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8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990AE-F72C-4C2E-E2D0-7A8D7EEF0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41B46D-142E-8C8E-C4F4-B6B1586A6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D92E3-36AD-2615-0166-6B73C34F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8A6D4-154B-4E4D-9001-7A6C328D243E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BFB69-319D-2284-2734-217160D3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83B0-C775-5BD2-8EC6-A41D19BCA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0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040463-6D41-8D45-088A-540B0D1883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92281"/>
            <a:ext cx="2628900" cy="55846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F2276-7F04-F3F7-E3CE-F81C8DC63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92281"/>
            <a:ext cx="7734300" cy="55846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802BF-9E0C-3251-8FAE-81F07DB0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0999-9BD6-4929-BDEC-B84E21C16701}" type="datetime1">
              <a:rPr lang="en-US" smtClean="0"/>
              <a:t>8/28/2024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1754-5B8F-A9FA-E8B1-06E04CE28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1E6A8-5139-ECD4-CC0C-32FFC6741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4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5858A62-FE72-978B-BE71-05908D82E1A4}"/>
              </a:ext>
            </a:extLst>
          </p:cNvPr>
          <p:cNvSpPr/>
          <p:nvPr/>
        </p:nvSpPr>
        <p:spPr>
          <a:xfrm>
            <a:off x="0" y="0"/>
            <a:ext cx="12192000" cy="6860161"/>
          </a:xfrm>
          <a:prstGeom prst="rect">
            <a:avLst/>
          </a:prstGeom>
          <a:solidFill>
            <a:schemeClr val="bg2">
              <a:lumMod val="75000"/>
              <a:alpha val="1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A14B7-4740-5D9F-6489-BAD00C3E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108" y="588245"/>
            <a:ext cx="10449784" cy="12659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0487F-803F-C5AF-BD93-39C0FC738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7824" y="2157984"/>
            <a:ext cx="10442448" cy="390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6FCEF-4EDF-C2EF-7D81-FEFF7042F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77824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fld id="{0BDC4764-F656-4735-9820-9886F8DF1D6A}" type="datetime1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663BC-4D46-C74D-DDF2-9D25B4D96F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32320" y="6356350"/>
            <a:ext cx="42976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B4EAE-CB5C-D14B-77EF-7B155FA68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9999" y="6356350"/>
            <a:ext cx="521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+mj-lt"/>
              </a:defRPr>
            </a:lvl1pPr>
          </a:lstStyle>
          <a:p>
            <a:fld id="{C68AC1EC-23E2-4F0E-A5A4-674EC8DB954E}" type="slidenum">
              <a:rPr lang="en-US" smtClean="0"/>
              <a:pPr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5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EF146F9-03C6-C2BC-4999-C8BB8DA9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98042"/>
            <a:ext cx="10905066" cy="4661914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54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BDCAA78-F26B-5391-2798-F182DBDF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306C87A-0EA0-ECF9-0E45-7D283A54B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7CC31FB-A6F6-D8B9-E0DC-A6A911E5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2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109207F-0FB8-52D8-5CC7-34E270012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780" y="924232"/>
            <a:ext cx="7996443" cy="39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808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DC63F0F-9915-4A92-07B7-C82F9FA1A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34890E26-893F-FC19-A640-5F87EBC5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CDA0091D-EC11-A2FC-E8C0-A42DB1809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3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765DCC4-2CE9-8EC5-1970-89996BBFD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66" y="806244"/>
            <a:ext cx="11276740" cy="545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5920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1E7F232-8B16-53DB-2DD1-4EE5DBC3B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FA653C4F-97C5-E9D8-B183-6FAA2453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64C4142-21E4-9726-119E-AF0337C5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4</a:t>
            </a:fld>
            <a:endParaRPr lang="en-US"/>
          </a:p>
        </p:txBody>
      </p:sp>
      <p:pic>
        <p:nvPicPr>
          <p:cNvPr id="6" name="Рисунок 5" descr="Зображення, що містить текст, квитанція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23FD32F9-2BD3-C6E1-AEFF-012FC3B25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824" y="136525"/>
            <a:ext cx="5829951" cy="569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46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AB28564-52E8-C121-0F06-F1C547F8D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BEA51E80-E192-563C-0D62-8927C7D3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0B68DFF0-7572-006E-DB71-AAB713239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5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8331A9-25FD-540C-D872-5F0F7DBA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3" y="385337"/>
            <a:ext cx="12060333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580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EBECF7AB-4FDC-5410-7CBC-1F658841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3DE24AD-15FA-314C-9188-614D87300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2ACACB1-EBB1-BA0D-481B-5277E075A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6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D1BA33-8532-360F-AE99-3DBFB476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99" y="356759"/>
            <a:ext cx="8249801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95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16244249-6674-32A1-0427-8D8126D43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50DB086D-979C-01E1-81EB-6A5758448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9A54C04-B60D-4ED8-E950-EE46FCB09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E1C338-B05D-4EB9-AFF9-8425584A5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28" y="1499918"/>
            <a:ext cx="11593543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85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BC5CCD9B-137E-E76E-9AE7-21E99763B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56FB69F-FC0C-E1B1-D6AA-13ECC2D5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57F63852-B41D-F14C-DBF3-4182651B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8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E2AD47-8F18-8A36-B5F9-8C9448F07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60" y="713996"/>
            <a:ext cx="11860280" cy="543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7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CB2D98F0-4D37-E212-C13E-72C5AB5D9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0F7F3-E406-44E2-93AF-674B3F1A2E51}" type="datetime1">
              <a:rPr lang="en-US" smtClean="0"/>
              <a:t>8/28/2024</a:t>
            </a:fld>
            <a:endParaRPr lang="en-US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7EAB4FE9-36EE-06AF-2514-74A507AB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E33975C-CFF5-C60C-00FF-CAF3E278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AC1EC-23E2-4F0E-A5A4-674EC8DB954E}" type="slidenum">
              <a:rPr lang="en-US" smtClean="0"/>
              <a:t>9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F6E51B4-2D87-6AC3-9041-115797297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8" y="194811"/>
            <a:ext cx="11564964" cy="646837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01937F-7ED3-CEEB-248D-ED9DB50121EF}"/>
              </a:ext>
            </a:extLst>
          </p:cNvPr>
          <p:cNvSpPr txBox="1"/>
          <p:nvPr/>
        </p:nvSpPr>
        <p:spPr>
          <a:xfrm>
            <a:off x="372512" y="45987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dirty="0"/>
              <a:t>https://roadmap.sh/backend</a:t>
            </a:r>
          </a:p>
        </p:txBody>
      </p:sp>
    </p:spTree>
    <p:extLst>
      <p:ext uri="{BB962C8B-B14F-4D97-AF65-F5344CB8AC3E}">
        <p14:creationId xmlns:p14="http://schemas.microsoft.com/office/powerpoint/2010/main" val="4225431681"/>
      </p:ext>
    </p:extLst>
  </p:cSld>
  <p:clrMapOvr>
    <a:masterClrMapping/>
  </p:clrMapOvr>
</p:sld>
</file>

<file path=ppt/theme/theme1.xml><?xml version="1.0" encoding="utf-8"?>
<a:theme xmlns:a="http://schemas.openxmlformats.org/drawingml/2006/main" name="BohoVogueVTI">
  <a:themeElements>
    <a:clrScheme name="BohoVogue">
      <a:dk1>
        <a:sysClr val="windowText" lastClr="000000"/>
      </a:dk1>
      <a:lt1>
        <a:sysClr val="window" lastClr="FFFFFF"/>
      </a:lt1>
      <a:dk2>
        <a:srgbClr val="35403A"/>
      </a:dk2>
      <a:lt2>
        <a:srgbClr val="F1EFEB"/>
      </a:lt2>
      <a:accent1>
        <a:srgbClr val="9E8B50"/>
      </a:accent1>
      <a:accent2>
        <a:srgbClr val="D5966B"/>
      </a:accent2>
      <a:accent3>
        <a:srgbClr val="9BA6BB"/>
      </a:accent3>
      <a:accent4>
        <a:srgbClr val="869880"/>
      </a:accent4>
      <a:accent5>
        <a:srgbClr val="588267"/>
      </a:accent5>
      <a:accent6>
        <a:srgbClr val="B89C46"/>
      </a:accent6>
      <a:hlink>
        <a:srgbClr val="C77138"/>
      </a:hlink>
      <a:folHlink>
        <a:srgbClr val="589374"/>
      </a:folHlink>
    </a:clrScheme>
    <a:fontScheme name="Walbaum Display_Aptos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hoVogueVTI" id="{8022F7FC-316B-4DD9-B9EB-BB68CC0DFA6F}" vid="{544DD2C6-9D23-4092-AACF-F55CEAA658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47</Words>
  <Application>Microsoft Office PowerPoint</Application>
  <PresentationFormat>Широкий екран</PresentationFormat>
  <Paragraphs>25</Paragraphs>
  <Slides>9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9</vt:i4>
      </vt:variant>
    </vt:vector>
  </HeadingPairs>
  <TitlesOfParts>
    <vt:vector size="13" baseType="lpstr">
      <vt:lpstr>Aptos Light</vt:lpstr>
      <vt:lpstr>Arial</vt:lpstr>
      <vt:lpstr>Walbaum Display</vt:lpstr>
      <vt:lpstr>BohoVogueVTI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Лаура Мовсисян</dc:creator>
  <cp:lastModifiedBy>Лаура Мовсисян</cp:lastModifiedBy>
  <cp:revision>2</cp:revision>
  <dcterms:created xsi:type="dcterms:W3CDTF">2024-07-04T17:26:28Z</dcterms:created>
  <dcterms:modified xsi:type="dcterms:W3CDTF">2024-08-28T14:20:00Z</dcterms:modified>
</cp:coreProperties>
</file>